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11AC1-A241-4959-A32C-5C03B982A7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162DC8-1E79-4AF2-B473-12DDEC3E8E04}">
      <dgm:prSet/>
      <dgm:spPr/>
      <dgm:t>
        <a:bodyPr/>
        <a:lstStyle/>
        <a:p>
          <a:r>
            <a:rPr lang="en-IE" dirty="0"/>
            <a:t>Best fit for our skill set </a:t>
          </a:r>
          <a:r>
            <a:rPr lang="en-IE" dirty="0">
              <a:sym typeface="Wingdings" panose="05000000000000000000" pitchFamily="2" charset="2"/>
            </a:rPr>
            <a:t></a:t>
          </a:r>
          <a:endParaRPr lang="en-US" dirty="0"/>
        </a:p>
      </dgm:t>
    </dgm:pt>
    <dgm:pt modelId="{A701E3EE-FE8D-4703-81C6-715FFD9724E6}" type="parTrans" cxnId="{D1F2712F-0C7F-48C9-BEE9-5FB327967997}">
      <dgm:prSet/>
      <dgm:spPr/>
      <dgm:t>
        <a:bodyPr/>
        <a:lstStyle/>
        <a:p>
          <a:endParaRPr lang="en-US"/>
        </a:p>
      </dgm:t>
    </dgm:pt>
    <dgm:pt modelId="{0E523387-8897-471E-8723-C50E236196FE}" type="sibTrans" cxnId="{D1F2712F-0C7F-48C9-BEE9-5FB327967997}">
      <dgm:prSet/>
      <dgm:spPr/>
      <dgm:t>
        <a:bodyPr/>
        <a:lstStyle/>
        <a:p>
          <a:endParaRPr lang="en-US"/>
        </a:p>
      </dgm:t>
    </dgm:pt>
    <dgm:pt modelId="{11019D0F-070B-4F50-A3D3-233B2032B9D3}">
      <dgm:prSet/>
      <dgm:spPr/>
      <dgm:t>
        <a:bodyPr/>
        <a:lstStyle/>
        <a:p>
          <a:r>
            <a:rPr lang="en-IE"/>
            <a:t>Data Analysis</a:t>
          </a:r>
          <a:endParaRPr lang="en-US"/>
        </a:p>
      </dgm:t>
    </dgm:pt>
    <dgm:pt modelId="{BF9C4DCB-5509-49D3-9943-3C172B907A7E}" type="parTrans" cxnId="{68AC5841-C43E-4E29-A2FF-B6AFEA579507}">
      <dgm:prSet/>
      <dgm:spPr/>
      <dgm:t>
        <a:bodyPr/>
        <a:lstStyle/>
        <a:p>
          <a:endParaRPr lang="en-US"/>
        </a:p>
      </dgm:t>
    </dgm:pt>
    <dgm:pt modelId="{A147860F-D016-4CB1-A003-370B14B9A09B}" type="sibTrans" cxnId="{68AC5841-C43E-4E29-A2FF-B6AFEA579507}">
      <dgm:prSet/>
      <dgm:spPr/>
      <dgm:t>
        <a:bodyPr/>
        <a:lstStyle/>
        <a:p>
          <a:endParaRPr lang="en-US"/>
        </a:p>
      </dgm:t>
    </dgm:pt>
    <dgm:pt modelId="{5B4721FE-DA85-4170-AFD1-58D6B865954A}">
      <dgm:prSet/>
      <dgm:spPr/>
      <dgm:t>
        <a:bodyPr/>
        <a:lstStyle/>
        <a:p>
          <a:r>
            <a:rPr lang="en-IE"/>
            <a:t>Simulation/Modelling</a:t>
          </a:r>
          <a:endParaRPr lang="en-US"/>
        </a:p>
      </dgm:t>
    </dgm:pt>
    <dgm:pt modelId="{B508EC81-A19C-487B-A779-35742CA10BAF}" type="parTrans" cxnId="{BD153A2D-DCA5-45EB-BC08-7D332ADAA0F7}">
      <dgm:prSet/>
      <dgm:spPr/>
      <dgm:t>
        <a:bodyPr/>
        <a:lstStyle/>
        <a:p>
          <a:endParaRPr lang="en-US"/>
        </a:p>
      </dgm:t>
    </dgm:pt>
    <dgm:pt modelId="{D5D817A2-18C2-49F0-8DED-EA529417F746}" type="sibTrans" cxnId="{BD153A2D-DCA5-45EB-BC08-7D332ADAA0F7}">
      <dgm:prSet/>
      <dgm:spPr/>
      <dgm:t>
        <a:bodyPr/>
        <a:lstStyle/>
        <a:p>
          <a:endParaRPr lang="en-US"/>
        </a:p>
      </dgm:t>
    </dgm:pt>
    <dgm:pt modelId="{3FB5868D-E3BE-4EE3-95A1-74838A9C3207}">
      <dgm:prSet/>
      <dgm:spPr/>
      <dgm:t>
        <a:bodyPr/>
        <a:lstStyle/>
        <a:p>
          <a:r>
            <a:rPr lang="en-IE"/>
            <a:t>Potential Asteroid collision in the news this year.</a:t>
          </a:r>
          <a:endParaRPr lang="en-US"/>
        </a:p>
      </dgm:t>
    </dgm:pt>
    <dgm:pt modelId="{27A11A2D-ACDA-4BBD-89AA-5F654057D259}" type="parTrans" cxnId="{9F8C9DD1-3FBE-4862-B956-6D1FC2813A94}">
      <dgm:prSet/>
      <dgm:spPr/>
      <dgm:t>
        <a:bodyPr/>
        <a:lstStyle/>
        <a:p>
          <a:endParaRPr lang="en-US"/>
        </a:p>
      </dgm:t>
    </dgm:pt>
    <dgm:pt modelId="{F407A10A-22BF-4D96-AC88-91A99B51C116}" type="sibTrans" cxnId="{9F8C9DD1-3FBE-4862-B956-6D1FC2813A94}">
      <dgm:prSet/>
      <dgm:spPr/>
      <dgm:t>
        <a:bodyPr/>
        <a:lstStyle/>
        <a:p>
          <a:endParaRPr lang="en-US"/>
        </a:p>
      </dgm:t>
    </dgm:pt>
    <dgm:pt modelId="{6BA38C1E-F17B-476B-B2A8-B1D6700262D6}">
      <dgm:prSet/>
      <dgm:spPr/>
      <dgm:t>
        <a:bodyPr/>
        <a:lstStyle/>
        <a:p>
          <a:r>
            <a:rPr lang="en-IE"/>
            <a:t>Interesting, yet not overly complicated first project.</a:t>
          </a:r>
          <a:endParaRPr lang="en-US"/>
        </a:p>
      </dgm:t>
    </dgm:pt>
    <dgm:pt modelId="{45D1D056-55F3-4421-B25B-5C99B80BE273}" type="parTrans" cxnId="{CE98A15A-D88B-43F5-9B2D-0F7A3796669C}">
      <dgm:prSet/>
      <dgm:spPr/>
      <dgm:t>
        <a:bodyPr/>
        <a:lstStyle/>
        <a:p>
          <a:endParaRPr lang="en-US"/>
        </a:p>
      </dgm:t>
    </dgm:pt>
    <dgm:pt modelId="{75E06CEF-51AF-4197-B708-4EC9C8D55E62}" type="sibTrans" cxnId="{CE98A15A-D88B-43F5-9B2D-0F7A3796669C}">
      <dgm:prSet/>
      <dgm:spPr/>
      <dgm:t>
        <a:bodyPr/>
        <a:lstStyle/>
        <a:p>
          <a:endParaRPr lang="en-US"/>
        </a:p>
      </dgm:t>
    </dgm:pt>
    <dgm:pt modelId="{791B1BCE-EBB7-4CB7-A97A-BC5E1A5AE6A0}" type="pres">
      <dgm:prSet presAssocID="{5B411AC1-A241-4959-A32C-5C03B982A7BF}" presName="root" presStyleCnt="0">
        <dgm:presLayoutVars>
          <dgm:dir/>
          <dgm:resizeHandles val="exact"/>
        </dgm:presLayoutVars>
      </dgm:prSet>
      <dgm:spPr/>
    </dgm:pt>
    <dgm:pt modelId="{6EBDFCF5-6E4D-4828-94B9-D73533CE2D54}" type="pres">
      <dgm:prSet presAssocID="{9D162DC8-1E79-4AF2-B473-12DDEC3E8E04}" presName="compNode" presStyleCnt="0"/>
      <dgm:spPr/>
    </dgm:pt>
    <dgm:pt modelId="{8DEE536E-34F2-4F5F-A3C3-F5882F5A67CE}" type="pres">
      <dgm:prSet presAssocID="{9D162DC8-1E79-4AF2-B473-12DDEC3E8E04}" presName="bgRect" presStyleLbl="bgShp" presStyleIdx="0" presStyleCnt="3"/>
      <dgm:spPr/>
    </dgm:pt>
    <dgm:pt modelId="{7DEF9A62-0F45-4660-A5D8-47972A58FE9B}" type="pres">
      <dgm:prSet presAssocID="{9D162DC8-1E79-4AF2-B473-12DDEC3E8E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8E78DE3-0C8F-451A-8B5E-393341535883}" type="pres">
      <dgm:prSet presAssocID="{9D162DC8-1E79-4AF2-B473-12DDEC3E8E04}" presName="spaceRect" presStyleCnt="0"/>
      <dgm:spPr/>
    </dgm:pt>
    <dgm:pt modelId="{D4154B52-41A2-4655-867C-72121137F6E2}" type="pres">
      <dgm:prSet presAssocID="{9D162DC8-1E79-4AF2-B473-12DDEC3E8E04}" presName="parTx" presStyleLbl="revTx" presStyleIdx="0" presStyleCnt="4">
        <dgm:presLayoutVars>
          <dgm:chMax val="0"/>
          <dgm:chPref val="0"/>
        </dgm:presLayoutVars>
      </dgm:prSet>
      <dgm:spPr/>
    </dgm:pt>
    <dgm:pt modelId="{14A70BE7-8524-4AA4-B17B-9BA4DD34366A}" type="pres">
      <dgm:prSet presAssocID="{9D162DC8-1E79-4AF2-B473-12DDEC3E8E04}" presName="desTx" presStyleLbl="revTx" presStyleIdx="1" presStyleCnt="4">
        <dgm:presLayoutVars/>
      </dgm:prSet>
      <dgm:spPr/>
    </dgm:pt>
    <dgm:pt modelId="{07924ABC-7507-423C-B2CC-2561EB8F23B8}" type="pres">
      <dgm:prSet presAssocID="{0E523387-8897-471E-8723-C50E236196FE}" presName="sibTrans" presStyleCnt="0"/>
      <dgm:spPr/>
    </dgm:pt>
    <dgm:pt modelId="{82D2F796-8015-49AC-B069-3C5A0BB2A3D9}" type="pres">
      <dgm:prSet presAssocID="{3FB5868D-E3BE-4EE3-95A1-74838A9C3207}" presName="compNode" presStyleCnt="0"/>
      <dgm:spPr/>
    </dgm:pt>
    <dgm:pt modelId="{9702E14F-DDC8-4E05-AC15-88FF9DB2335C}" type="pres">
      <dgm:prSet presAssocID="{3FB5868D-E3BE-4EE3-95A1-74838A9C3207}" presName="bgRect" presStyleLbl="bgShp" presStyleIdx="1" presStyleCnt="3"/>
      <dgm:spPr/>
    </dgm:pt>
    <dgm:pt modelId="{E1E29E1D-C806-4F1F-8D2C-C4AFB69909FF}" type="pres">
      <dgm:prSet presAssocID="{3FB5868D-E3BE-4EE3-95A1-74838A9C32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59DE4CEF-7F12-4297-A716-3AAD4B0C2DB7}" type="pres">
      <dgm:prSet presAssocID="{3FB5868D-E3BE-4EE3-95A1-74838A9C3207}" presName="spaceRect" presStyleCnt="0"/>
      <dgm:spPr/>
    </dgm:pt>
    <dgm:pt modelId="{D9FA9170-409C-4C98-92DE-62AC4E5DCDD5}" type="pres">
      <dgm:prSet presAssocID="{3FB5868D-E3BE-4EE3-95A1-74838A9C3207}" presName="parTx" presStyleLbl="revTx" presStyleIdx="2" presStyleCnt="4">
        <dgm:presLayoutVars>
          <dgm:chMax val="0"/>
          <dgm:chPref val="0"/>
        </dgm:presLayoutVars>
      </dgm:prSet>
      <dgm:spPr/>
    </dgm:pt>
    <dgm:pt modelId="{B2965D3D-2736-4A99-81CD-BC49D6845990}" type="pres">
      <dgm:prSet presAssocID="{F407A10A-22BF-4D96-AC88-91A99B51C116}" presName="sibTrans" presStyleCnt="0"/>
      <dgm:spPr/>
    </dgm:pt>
    <dgm:pt modelId="{503198EF-A24E-497A-9005-BBF60BB601F1}" type="pres">
      <dgm:prSet presAssocID="{6BA38C1E-F17B-476B-B2A8-B1D6700262D6}" presName="compNode" presStyleCnt="0"/>
      <dgm:spPr/>
    </dgm:pt>
    <dgm:pt modelId="{FAFD992D-D5F5-429A-BEA0-7ACDC998DBD8}" type="pres">
      <dgm:prSet presAssocID="{6BA38C1E-F17B-476B-B2A8-B1D6700262D6}" presName="bgRect" presStyleLbl="bgShp" presStyleIdx="2" presStyleCnt="3"/>
      <dgm:spPr/>
    </dgm:pt>
    <dgm:pt modelId="{5A897627-94C2-492D-BDDC-B4B7BCD8AB54}" type="pres">
      <dgm:prSet presAssocID="{6BA38C1E-F17B-476B-B2A8-B1D6700262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2F98F7D-7AD2-4F50-B1DB-220DE4590652}" type="pres">
      <dgm:prSet presAssocID="{6BA38C1E-F17B-476B-B2A8-B1D6700262D6}" presName="spaceRect" presStyleCnt="0"/>
      <dgm:spPr/>
    </dgm:pt>
    <dgm:pt modelId="{D6F88DC0-C131-426C-8779-42E3F76833D9}" type="pres">
      <dgm:prSet presAssocID="{6BA38C1E-F17B-476B-B2A8-B1D6700262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153A2D-DCA5-45EB-BC08-7D332ADAA0F7}" srcId="{9D162DC8-1E79-4AF2-B473-12DDEC3E8E04}" destId="{5B4721FE-DA85-4170-AFD1-58D6B865954A}" srcOrd="1" destOrd="0" parTransId="{B508EC81-A19C-487B-A779-35742CA10BAF}" sibTransId="{D5D817A2-18C2-49F0-8DED-EA529417F746}"/>
    <dgm:cxn modelId="{D1F2712F-0C7F-48C9-BEE9-5FB327967997}" srcId="{5B411AC1-A241-4959-A32C-5C03B982A7BF}" destId="{9D162DC8-1E79-4AF2-B473-12DDEC3E8E04}" srcOrd="0" destOrd="0" parTransId="{A701E3EE-FE8D-4703-81C6-715FFD9724E6}" sibTransId="{0E523387-8897-471E-8723-C50E236196FE}"/>
    <dgm:cxn modelId="{A1BCF53F-59EF-4672-8446-7DD17F987906}" type="presOf" srcId="{9D162DC8-1E79-4AF2-B473-12DDEC3E8E04}" destId="{D4154B52-41A2-4655-867C-72121137F6E2}" srcOrd="0" destOrd="0" presId="urn:microsoft.com/office/officeart/2018/2/layout/IconVerticalSolidList"/>
    <dgm:cxn modelId="{68AC5841-C43E-4E29-A2FF-B6AFEA579507}" srcId="{9D162DC8-1E79-4AF2-B473-12DDEC3E8E04}" destId="{11019D0F-070B-4F50-A3D3-233B2032B9D3}" srcOrd="0" destOrd="0" parTransId="{BF9C4DCB-5509-49D3-9943-3C172B907A7E}" sibTransId="{A147860F-D016-4CB1-A003-370B14B9A09B}"/>
    <dgm:cxn modelId="{B5139366-B130-47C3-8CBD-2FE361F1E828}" type="presOf" srcId="{5B4721FE-DA85-4170-AFD1-58D6B865954A}" destId="{14A70BE7-8524-4AA4-B17B-9BA4DD34366A}" srcOrd="0" destOrd="1" presId="urn:microsoft.com/office/officeart/2018/2/layout/IconVerticalSolidList"/>
    <dgm:cxn modelId="{AF186F78-BA89-43C9-AB68-7AF7A315DE16}" type="presOf" srcId="{3FB5868D-E3BE-4EE3-95A1-74838A9C3207}" destId="{D9FA9170-409C-4C98-92DE-62AC4E5DCDD5}" srcOrd="0" destOrd="0" presId="urn:microsoft.com/office/officeart/2018/2/layout/IconVerticalSolidList"/>
    <dgm:cxn modelId="{CE98A15A-D88B-43F5-9B2D-0F7A3796669C}" srcId="{5B411AC1-A241-4959-A32C-5C03B982A7BF}" destId="{6BA38C1E-F17B-476B-B2A8-B1D6700262D6}" srcOrd="2" destOrd="0" parTransId="{45D1D056-55F3-4421-B25B-5C99B80BE273}" sibTransId="{75E06CEF-51AF-4197-B708-4EC9C8D55E62}"/>
    <dgm:cxn modelId="{FDFA2789-4994-4756-A558-52ABC3FBAFC0}" type="presOf" srcId="{11019D0F-070B-4F50-A3D3-233B2032B9D3}" destId="{14A70BE7-8524-4AA4-B17B-9BA4DD34366A}" srcOrd="0" destOrd="0" presId="urn:microsoft.com/office/officeart/2018/2/layout/IconVerticalSolidList"/>
    <dgm:cxn modelId="{C9E7FDA0-25E4-4CF0-B8E3-CF624263339B}" type="presOf" srcId="{5B411AC1-A241-4959-A32C-5C03B982A7BF}" destId="{791B1BCE-EBB7-4CB7-A97A-BC5E1A5AE6A0}" srcOrd="0" destOrd="0" presId="urn:microsoft.com/office/officeart/2018/2/layout/IconVerticalSolidList"/>
    <dgm:cxn modelId="{9F8C9DD1-3FBE-4862-B956-6D1FC2813A94}" srcId="{5B411AC1-A241-4959-A32C-5C03B982A7BF}" destId="{3FB5868D-E3BE-4EE3-95A1-74838A9C3207}" srcOrd="1" destOrd="0" parTransId="{27A11A2D-ACDA-4BBD-89AA-5F654057D259}" sibTransId="{F407A10A-22BF-4D96-AC88-91A99B51C116}"/>
    <dgm:cxn modelId="{409C99EF-4D12-4B3E-8598-C7C1F0D6AD7E}" type="presOf" srcId="{6BA38C1E-F17B-476B-B2A8-B1D6700262D6}" destId="{D6F88DC0-C131-426C-8779-42E3F76833D9}" srcOrd="0" destOrd="0" presId="urn:microsoft.com/office/officeart/2018/2/layout/IconVerticalSolidList"/>
    <dgm:cxn modelId="{D8C8A5F4-92C0-47A2-BF59-B3A748116E19}" type="presParOf" srcId="{791B1BCE-EBB7-4CB7-A97A-BC5E1A5AE6A0}" destId="{6EBDFCF5-6E4D-4828-94B9-D73533CE2D54}" srcOrd="0" destOrd="0" presId="urn:microsoft.com/office/officeart/2018/2/layout/IconVerticalSolidList"/>
    <dgm:cxn modelId="{70E64545-9EF3-4C11-A827-017D0E6584CA}" type="presParOf" srcId="{6EBDFCF5-6E4D-4828-94B9-D73533CE2D54}" destId="{8DEE536E-34F2-4F5F-A3C3-F5882F5A67CE}" srcOrd="0" destOrd="0" presId="urn:microsoft.com/office/officeart/2018/2/layout/IconVerticalSolidList"/>
    <dgm:cxn modelId="{5DE66075-FDE7-4AC4-8E07-697B2B1C54C8}" type="presParOf" srcId="{6EBDFCF5-6E4D-4828-94B9-D73533CE2D54}" destId="{7DEF9A62-0F45-4660-A5D8-47972A58FE9B}" srcOrd="1" destOrd="0" presId="urn:microsoft.com/office/officeart/2018/2/layout/IconVerticalSolidList"/>
    <dgm:cxn modelId="{BB93B496-AFC9-4809-B23E-E5A8BFF22042}" type="presParOf" srcId="{6EBDFCF5-6E4D-4828-94B9-D73533CE2D54}" destId="{28E78DE3-0C8F-451A-8B5E-393341535883}" srcOrd="2" destOrd="0" presId="urn:microsoft.com/office/officeart/2018/2/layout/IconVerticalSolidList"/>
    <dgm:cxn modelId="{22A6DEA3-B9C5-4D85-8F56-9A2F3EFB42D6}" type="presParOf" srcId="{6EBDFCF5-6E4D-4828-94B9-D73533CE2D54}" destId="{D4154B52-41A2-4655-867C-72121137F6E2}" srcOrd="3" destOrd="0" presId="urn:microsoft.com/office/officeart/2018/2/layout/IconVerticalSolidList"/>
    <dgm:cxn modelId="{816B2887-2011-4EE2-94DF-1E0DE4B21A0F}" type="presParOf" srcId="{6EBDFCF5-6E4D-4828-94B9-D73533CE2D54}" destId="{14A70BE7-8524-4AA4-B17B-9BA4DD34366A}" srcOrd="4" destOrd="0" presId="urn:microsoft.com/office/officeart/2018/2/layout/IconVerticalSolidList"/>
    <dgm:cxn modelId="{6B465291-549C-4790-8E50-7186DA036CCC}" type="presParOf" srcId="{791B1BCE-EBB7-4CB7-A97A-BC5E1A5AE6A0}" destId="{07924ABC-7507-423C-B2CC-2561EB8F23B8}" srcOrd="1" destOrd="0" presId="urn:microsoft.com/office/officeart/2018/2/layout/IconVerticalSolidList"/>
    <dgm:cxn modelId="{6B359785-D994-4E1F-A02E-01DA67AFBF00}" type="presParOf" srcId="{791B1BCE-EBB7-4CB7-A97A-BC5E1A5AE6A0}" destId="{82D2F796-8015-49AC-B069-3C5A0BB2A3D9}" srcOrd="2" destOrd="0" presId="urn:microsoft.com/office/officeart/2018/2/layout/IconVerticalSolidList"/>
    <dgm:cxn modelId="{4D2AB8D1-3070-45DC-9CA7-64939C951867}" type="presParOf" srcId="{82D2F796-8015-49AC-B069-3C5A0BB2A3D9}" destId="{9702E14F-DDC8-4E05-AC15-88FF9DB2335C}" srcOrd="0" destOrd="0" presId="urn:microsoft.com/office/officeart/2018/2/layout/IconVerticalSolidList"/>
    <dgm:cxn modelId="{40B84D42-DB61-47C3-B5E8-32026001E25B}" type="presParOf" srcId="{82D2F796-8015-49AC-B069-3C5A0BB2A3D9}" destId="{E1E29E1D-C806-4F1F-8D2C-C4AFB69909FF}" srcOrd="1" destOrd="0" presId="urn:microsoft.com/office/officeart/2018/2/layout/IconVerticalSolidList"/>
    <dgm:cxn modelId="{2B419BB0-2D08-4689-BC48-27F902AF511D}" type="presParOf" srcId="{82D2F796-8015-49AC-B069-3C5A0BB2A3D9}" destId="{59DE4CEF-7F12-4297-A716-3AAD4B0C2DB7}" srcOrd="2" destOrd="0" presId="urn:microsoft.com/office/officeart/2018/2/layout/IconVerticalSolidList"/>
    <dgm:cxn modelId="{3CE567DC-0B88-4B6D-97C2-77E27DCFBC53}" type="presParOf" srcId="{82D2F796-8015-49AC-B069-3C5A0BB2A3D9}" destId="{D9FA9170-409C-4C98-92DE-62AC4E5DCDD5}" srcOrd="3" destOrd="0" presId="urn:microsoft.com/office/officeart/2018/2/layout/IconVerticalSolidList"/>
    <dgm:cxn modelId="{E0487720-5C1D-4A7E-B5AC-6054D8572788}" type="presParOf" srcId="{791B1BCE-EBB7-4CB7-A97A-BC5E1A5AE6A0}" destId="{B2965D3D-2736-4A99-81CD-BC49D6845990}" srcOrd="3" destOrd="0" presId="urn:microsoft.com/office/officeart/2018/2/layout/IconVerticalSolidList"/>
    <dgm:cxn modelId="{26646CB0-6FB7-45BE-ACB1-69E44F2BC964}" type="presParOf" srcId="{791B1BCE-EBB7-4CB7-A97A-BC5E1A5AE6A0}" destId="{503198EF-A24E-497A-9005-BBF60BB601F1}" srcOrd="4" destOrd="0" presId="urn:microsoft.com/office/officeart/2018/2/layout/IconVerticalSolidList"/>
    <dgm:cxn modelId="{46CB686E-12E0-4042-9A70-E313998F433E}" type="presParOf" srcId="{503198EF-A24E-497A-9005-BBF60BB601F1}" destId="{FAFD992D-D5F5-429A-BEA0-7ACDC998DBD8}" srcOrd="0" destOrd="0" presId="urn:microsoft.com/office/officeart/2018/2/layout/IconVerticalSolidList"/>
    <dgm:cxn modelId="{B50FAB31-9683-4F1C-8700-9D6B557E6DE5}" type="presParOf" srcId="{503198EF-A24E-497A-9005-BBF60BB601F1}" destId="{5A897627-94C2-492D-BDDC-B4B7BCD8AB54}" srcOrd="1" destOrd="0" presId="urn:microsoft.com/office/officeart/2018/2/layout/IconVerticalSolidList"/>
    <dgm:cxn modelId="{31C59577-1E13-4557-89CD-F83A107289D0}" type="presParOf" srcId="{503198EF-A24E-497A-9005-BBF60BB601F1}" destId="{A2F98F7D-7AD2-4F50-B1DB-220DE4590652}" srcOrd="2" destOrd="0" presId="urn:microsoft.com/office/officeart/2018/2/layout/IconVerticalSolidList"/>
    <dgm:cxn modelId="{D7BCBCAC-79D5-40A3-B629-F1DA75BCADAB}" type="presParOf" srcId="{503198EF-A24E-497A-9005-BBF60BB601F1}" destId="{D6F88DC0-C131-426C-8779-42E3F76833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933D5A-E943-4B09-9569-BF4DAE0EE1E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496D900-FE29-4F4F-8522-20ACE51739D3}">
      <dgm:prSet/>
      <dgm:spPr/>
      <dgm:t>
        <a:bodyPr/>
        <a:lstStyle/>
        <a:p>
          <a:r>
            <a:rPr lang="en-IE"/>
            <a:t>Github was an important tool for this project.</a:t>
          </a:r>
          <a:endParaRPr lang="en-US"/>
        </a:p>
      </dgm:t>
    </dgm:pt>
    <dgm:pt modelId="{D6C6CDE1-D652-4CB2-8458-06CF491731B4}" type="parTrans" cxnId="{8D2E2545-84B7-4380-8139-366C874ED1E0}">
      <dgm:prSet/>
      <dgm:spPr/>
      <dgm:t>
        <a:bodyPr/>
        <a:lstStyle/>
        <a:p>
          <a:endParaRPr lang="en-US"/>
        </a:p>
      </dgm:t>
    </dgm:pt>
    <dgm:pt modelId="{DD3C76AF-D182-463B-8BFD-2888AD0CFC74}" type="sibTrans" cxnId="{8D2E2545-84B7-4380-8139-366C874ED1E0}">
      <dgm:prSet/>
      <dgm:spPr/>
      <dgm:t>
        <a:bodyPr/>
        <a:lstStyle/>
        <a:p>
          <a:endParaRPr lang="en-US"/>
        </a:p>
      </dgm:t>
    </dgm:pt>
    <dgm:pt modelId="{9E0B2172-0C4D-4267-8803-D64F42FF1625}">
      <dgm:prSet/>
      <dgm:spPr/>
      <dgm:t>
        <a:bodyPr/>
        <a:lstStyle/>
        <a:p>
          <a:r>
            <a:rPr lang="en-IE"/>
            <a:t>Josh and Arnav </a:t>
          </a:r>
          <a:r>
            <a:rPr lang="en-IE">
              <a:sym typeface="Wingdings" panose="05000000000000000000" pitchFamily="2" charset="2"/>
            </a:rPr>
            <a:t></a:t>
          </a:r>
          <a:r>
            <a:rPr lang="en-IE"/>
            <a:t> Modelling and Simulation</a:t>
          </a:r>
          <a:endParaRPr lang="en-US"/>
        </a:p>
      </dgm:t>
    </dgm:pt>
    <dgm:pt modelId="{4243775D-0249-404F-95F7-291B2661D436}" type="parTrans" cxnId="{5EDFE366-1959-4555-828D-C5BC0874BF2C}">
      <dgm:prSet/>
      <dgm:spPr/>
      <dgm:t>
        <a:bodyPr/>
        <a:lstStyle/>
        <a:p>
          <a:endParaRPr lang="en-US"/>
        </a:p>
      </dgm:t>
    </dgm:pt>
    <dgm:pt modelId="{DC76F8B5-83D4-4863-93D5-F23AAA21FB16}" type="sibTrans" cxnId="{5EDFE366-1959-4555-828D-C5BC0874BF2C}">
      <dgm:prSet/>
      <dgm:spPr/>
      <dgm:t>
        <a:bodyPr/>
        <a:lstStyle/>
        <a:p>
          <a:endParaRPr lang="en-US"/>
        </a:p>
      </dgm:t>
    </dgm:pt>
    <dgm:pt modelId="{5012D0C7-2701-4EA3-BEFC-777CA4993D13}">
      <dgm:prSet/>
      <dgm:spPr/>
      <dgm:t>
        <a:bodyPr/>
        <a:lstStyle/>
        <a:p>
          <a:r>
            <a:rPr lang="en-IE"/>
            <a:t>Alan and Anav </a:t>
          </a:r>
          <a:r>
            <a:rPr lang="en-IE">
              <a:sym typeface="Wingdings" panose="05000000000000000000" pitchFamily="2" charset="2"/>
            </a:rPr>
            <a:t></a:t>
          </a:r>
          <a:r>
            <a:rPr lang="en-IE"/>
            <a:t> Data Analysis</a:t>
          </a:r>
          <a:endParaRPr lang="en-US"/>
        </a:p>
      </dgm:t>
    </dgm:pt>
    <dgm:pt modelId="{4D619A9D-4BEB-4B21-B539-7A71AB718E8C}" type="parTrans" cxnId="{0F3DE708-9BE7-421A-85E1-98836A01898D}">
      <dgm:prSet/>
      <dgm:spPr/>
      <dgm:t>
        <a:bodyPr/>
        <a:lstStyle/>
        <a:p>
          <a:endParaRPr lang="en-US"/>
        </a:p>
      </dgm:t>
    </dgm:pt>
    <dgm:pt modelId="{9046628E-17BC-4194-B774-8FEE98CD0359}" type="sibTrans" cxnId="{0F3DE708-9BE7-421A-85E1-98836A01898D}">
      <dgm:prSet/>
      <dgm:spPr/>
      <dgm:t>
        <a:bodyPr/>
        <a:lstStyle/>
        <a:p>
          <a:endParaRPr lang="en-US"/>
        </a:p>
      </dgm:t>
    </dgm:pt>
    <dgm:pt modelId="{5DFAECA0-A730-4CE1-B25F-9A7E26CF9D3B}">
      <dgm:prSet/>
      <dgm:spPr/>
      <dgm:t>
        <a:bodyPr/>
        <a:lstStyle/>
        <a:p>
          <a:r>
            <a:rPr lang="en-IE"/>
            <a:t>Oisín </a:t>
          </a:r>
          <a:r>
            <a:rPr lang="en-IE">
              <a:sym typeface="Wingdings" panose="05000000000000000000" pitchFamily="2" charset="2"/>
            </a:rPr>
            <a:t></a:t>
          </a:r>
          <a:r>
            <a:rPr lang="en-IE"/>
            <a:t> UI design</a:t>
          </a:r>
          <a:endParaRPr lang="en-US"/>
        </a:p>
      </dgm:t>
    </dgm:pt>
    <dgm:pt modelId="{531A5798-1C8E-4551-A1F8-444655B91025}" type="parTrans" cxnId="{A9548979-97E9-4A6D-989A-6E78B10C38B3}">
      <dgm:prSet/>
      <dgm:spPr/>
      <dgm:t>
        <a:bodyPr/>
        <a:lstStyle/>
        <a:p>
          <a:endParaRPr lang="en-US"/>
        </a:p>
      </dgm:t>
    </dgm:pt>
    <dgm:pt modelId="{018992C9-9A07-4B95-9E49-48962A8A5E5D}" type="sibTrans" cxnId="{A9548979-97E9-4A6D-989A-6E78B10C38B3}">
      <dgm:prSet/>
      <dgm:spPr/>
      <dgm:t>
        <a:bodyPr/>
        <a:lstStyle/>
        <a:p>
          <a:endParaRPr lang="en-US"/>
        </a:p>
      </dgm:t>
    </dgm:pt>
    <dgm:pt modelId="{C4F8BB59-A137-4406-BF03-B6600275215F}">
      <dgm:prSet/>
      <dgm:spPr/>
      <dgm:t>
        <a:bodyPr/>
        <a:lstStyle/>
        <a:p>
          <a:r>
            <a:rPr lang="en-IE"/>
            <a:t>Kyle </a:t>
          </a:r>
          <a:r>
            <a:rPr lang="en-IE">
              <a:sym typeface="Wingdings" panose="05000000000000000000" pitchFamily="2" charset="2"/>
            </a:rPr>
            <a:t></a:t>
          </a:r>
          <a:r>
            <a:rPr lang="en-IE"/>
            <a:t> WebApp and project coordinator. </a:t>
          </a:r>
          <a:endParaRPr lang="en-US"/>
        </a:p>
      </dgm:t>
    </dgm:pt>
    <dgm:pt modelId="{87A8AD70-0B2E-4246-81CA-1C7AF36CB8EA}" type="parTrans" cxnId="{E70D93B5-F8CF-4E12-A1B3-44E6FFEEA00B}">
      <dgm:prSet/>
      <dgm:spPr/>
      <dgm:t>
        <a:bodyPr/>
        <a:lstStyle/>
        <a:p>
          <a:endParaRPr lang="en-US"/>
        </a:p>
      </dgm:t>
    </dgm:pt>
    <dgm:pt modelId="{284DF219-BAB0-416E-A060-FAB07098C3C8}" type="sibTrans" cxnId="{E70D93B5-F8CF-4E12-A1B3-44E6FFEEA00B}">
      <dgm:prSet/>
      <dgm:spPr/>
      <dgm:t>
        <a:bodyPr/>
        <a:lstStyle/>
        <a:p>
          <a:endParaRPr lang="en-US"/>
        </a:p>
      </dgm:t>
    </dgm:pt>
    <dgm:pt modelId="{11F0FC21-BA15-4D5D-8940-3D0C38A06867}" type="pres">
      <dgm:prSet presAssocID="{FF933D5A-E943-4B09-9569-BF4DAE0EE1EB}" presName="linear" presStyleCnt="0">
        <dgm:presLayoutVars>
          <dgm:animLvl val="lvl"/>
          <dgm:resizeHandles val="exact"/>
        </dgm:presLayoutVars>
      </dgm:prSet>
      <dgm:spPr/>
    </dgm:pt>
    <dgm:pt modelId="{27BE4AC4-5949-4E5B-9C0F-2B07370A3E54}" type="pres">
      <dgm:prSet presAssocID="{3496D900-FE29-4F4F-8522-20ACE51739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7F0C33D-9B2E-4ACA-9871-44FE3EB42D16}" type="pres">
      <dgm:prSet presAssocID="{DD3C76AF-D182-463B-8BFD-2888AD0CFC74}" presName="spacer" presStyleCnt="0"/>
      <dgm:spPr/>
    </dgm:pt>
    <dgm:pt modelId="{97C46FAF-FD05-47B9-B0BB-8C73B608C2D6}" type="pres">
      <dgm:prSet presAssocID="{9E0B2172-0C4D-4267-8803-D64F42FF162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424165-AFF0-4DC0-8541-ACDB3D3B890C}" type="pres">
      <dgm:prSet presAssocID="{DC76F8B5-83D4-4863-93D5-F23AAA21FB16}" presName="spacer" presStyleCnt="0"/>
      <dgm:spPr/>
    </dgm:pt>
    <dgm:pt modelId="{F5CBE56A-48A6-49BB-B902-EC06E7DE866C}" type="pres">
      <dgm:prSet presAssocID="{5012D0C7-2701-4EA3-BEFC-777CA4993D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91CB852-C762-40F7-AFBC-A306B3D62CA2}" type="pres">
      <dgm:prSet presAssocID="{9046628E-17BC-4194-B774-8FEE98CD0359}" presName="spacer" presStyleCnt="0"/>
      <dgm:spPr/>
    </dgm:pt>
    <dgm:pt modelId="{5CC9B987-A6B7-420D-888C-3B0872F6D3B0}" type="pres">
      <dgm:prSet presAssocID="{5DFAECA0-A730-4CE1-B25F-9A7E26CF9D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3D5193D-3FD6-485E-812E-3927F978383A}" type="pres">
      <dgm:prSet presAssocID="{018992C9-9A07-4B95-9E49-48962A8A5E5D}" presName="spacer" presStyleCnt="0"/>
      <dgm:spPr/>
    </dgm:pt>
    <dgm:pt modelId="{BDAD957C-D185-4EB8-B86D-F01841948D6F}" type="pres">
      <dgm:prSet presAssocID="{C4F8BB59-A137-4406-BF03-B6600275215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0414702-A00F-40AB-A40D-5BCB54BD89C7}" type="presOf" srcId="{C4F8BB59-A137-4406-BF03-B6600275215F}" destId="{BDAD957C-D185-4EB8-B86D-F01841948D6F}" srcOrd="0" destOrd="0" presId="urn:microsoft.com/office/officeart/2005/8/layout/vList2"/>
    <dgm:cxn modelId="{0F3DE708-9BE7-421A-85E1-98836A01898D}" srcId="{FF933D5A-E943-4B09-9569-BF4DAE0EE1EB}" destId="{5012D0C7-2701-4EA3-BEFC-777CA4993D13}" srcOrd="2" destOrd="0" parTransId="{4D619A9D-4BEB-4B21-B539-7A71AB718E8C}" sibTransId="{9046628E-17BC-4194-B774-8FEE98CD0359}"/>
    <dgm:cxn modelId="{D68A9117-69C7-4FE7-B26D-D9F91FB3D166}" type="presOf" srcId="{FF933D5A-E943-4B09-9569-BF4DAE0EE1EB}" destId="{11F0FC21-BA15-4D5D-8940-3D0C38A06867}" srcOrd="0" destOrd="0" presId="urn:microsoft.com/office/officeart/2005/8/layout/vList2"/>
    <dgm:cxn modelId="{EA211F3A-837D-4351-B936-9574FD329683}" type="presOf" srcId="{5DFAECA0-A730-4CE1-B25F-9A7E26CF9D3B}" destId="{5CC9B987-A6B7-420D-888C-3B0872F6D3B0}" srcOrd="0" destOrd="0" presId="urn:microsoft.com/office/officeart/2005/8/layout/vList2"/>
    <dgm:cxn modelId="{8D2E2545-84B7-4380-8139-366C874ED1E0}" srcId="{FF933D5A-E943-4B09-9569-BF4DAE0EE1EB}" destId="{3496D900-FE29-4F4F-8522-20ACE51739D3}" srcOrd="0" destOrd="0" parTransId="{D6C6CDE1-D652-4CB2-8458-06CF491731B4}" sibTransId="{DD3C76AF-D182-463B-8BFD-2888AD0CFC74}"/>
    <dgm:cxn modelId="{5EDFE366-1959-4555-828D-C5BC0874BF2C}" srcId="{FF933D5A-E943-4B09-9569-BF4DAE0EE1EB}" destId="{9E0B2172-0C4D-4267-8803-D64F42FF1625}" srcOrd="1" destOrd="0" parTransId="{4243775D-0249-404F-95F7-291B2661D436}" sibTransId="{DC76F8B5-83D4-4863-93D5-F23AAA21FB16}"/>
    <dgm:cxn modelId="{F521AF6E-E4C8-4A32-8446-FE1CF10F193B}" type="presOf" srcId="{9E0B2172-0C4D-4267-8803-D64F42FF1625}" destId="{97C46FAF-FD05-47B9-B0BB-8C73B608C2D6}" srcOrd="0" destOrd="0" presId="urn:microsoft.com/office/officeart/2005/8/layout/vList2"/>
    <dgm:cxn modelId="{A9548979-97E9-4A6D-989A-6E78B10C38B3}" srcId="{FF933D5A-E943-4B09-9569-BF4DAE0EE1EB}" destId="{5DFAECA0-A730-4CE1-B25F-9A7E26CF9D3B}" srcOrd="3" destOrd="0" parTransId="{531A5798-1C8E-4551-A1F8-444655B91025}" sibTransId="{018992C9-9A07-4B95-9E49-48962A8A5E5D}"/>
    <dgm:cxn modelId="{CFF53E9C-C26A-44CD-8606-5D78CA55F853}" type="presOf" srcId="{3496D900-FE29-4F4F-8522-20ACE51739D3}" destId="{27BE4AC4-5949-4E5B-9C0F-2B07370A3E54}" srcOrd="0" destOrd="0" presId="urn:microsoft.com/office/officeart/2005/8/layout/vList2"/>
    <dgm:cxn modelId="{38C569A5-9ACB-40B5-8878-E5585F7177B8}" type="presOf" srcId="{5012D0C7-2701-4EA3-BEFC-777CA4993D13}" destId="{F5CBE56A-48A6-49BB-B902-EC06E7DE866C}" srcOrd="0" destOrd="0" presId="urn:microsoft.com/office/officeart/2005/8/layout/vList2"/>
    <dgm:cxn modelId="{E70D93B5-F8CF-4E12-A1B3-44E6FFEEA00B}" srcId="{FF933D5A-E943-4B09-9569-BF4DAE0EE1EB}" destId="{C4F8BB59-A137-4406-BF03-B6600275215F}" srcOrd="4" destOrd="0" parTransId="{87A8AD70-0B2E-4246-81CA-1C7AF36CB8EA}" sibTransId="{284DF219-BAB0-416E-A060-FAB07098C3C8}"/>
    <dgm:cxn modelId="{241FC5C6-A406-4877-84F3-7ED760BAD0B2}" type="presParOf" srcId="{11F0FC21-BA15-4D5D-8940-3D0C38A06867}" destId="{27BE4AC4-5949-4E5B-9C0F-2B07370A3E54}" srcOrd="0" destOrd="0" presId="urn:microsoft.com/office/officeart/2005/8/layout/vList2"/>
    <dgm:cxn modelId="{CCED144F-72F2-40C9-B059-ED07999A29F5}" type="presParOf" srcId="{11F0FC21-BA15-4D5D-8940-3D0C38A06867}" destId="{F7F0C33D-9B2E-4ACA-9871-44FE3EB42D16}" srcOrd="1" destOrd="0" presId="urn:microsoft.com/office/officeart/2005/8/layout/vList2"/>
    <dgm:cxn modelId="{56DDC501-ED1A-4CE9-AB87-2A40E4503B9B}" type="presParOf" srcId="{11F0FC21-BA15-4D5D-8940-3D0C38A06867}" destId="{97C46FAF-FD05-47B9-B0BB-8C73B608C2D6}" srcOrd="2" destOrd="0" presId="urn:microsoft.com/office/officeart/2005/8/layout/vList2"/>
    <dgm:cxn modelId="{C9C94BE1-0311-4DC2-861B-3F1B58F0E8E2}" type="presParOf" srcId="{11F0FC21-BA15-4D5D-8940-3D0C38A06867}" destId="{8D424165-AFF0-4DC0-8541-ACDB3D3B890C}" srcOrd="3" destOrd="0" presId="urn:microsoft.com/office/officeart/2005/8/layout/vList2"/>
    <dgm:cxn modelId="{8C02E75E-D604-4D2E-B92C-FD725177804F}" type="presParOf" srcId="{11F0FC21-BA15-4D5D-8940-3D0C38A06867}" destId="{F5CBE56A-48A6-49BB-B902-EC06E7DE866C}" srcOrd="4" destOrd="0" presId="urn:microsoft.com/office/officeart/2005/8/layout/vList2"/>
    <dgm:cxn modelId="{2990A5AA-D4B7-4D13-8DC7-F00401F89546}" type="presParOf" srcId="{11F0FC21-BA15-4D5D-8940-3D0C38A06867}" destId="{B91CB852-C762-40F7-AFBC-A306B3D62CA2}" srcOrd="5" destOrd="0" presId="urn:microsoft.com/office/officeart/2005/8/layout/vList2"/>
    <dgm:cxn modelId="{23C41433-DE35-41EC-BB73-7B62D3E884C8}" type="presParOf" srcId="{11F0FC21-BA15-4D5D-8940-3D0C38A06867}" destId="{5CC9B987-A6B7-420D-888C-3B0872F6D3B0}" srcOrd="6" destOrd="0" presId="urn:microsoft.com/office/officeart/2005/8/layout/vList2"/>
    <dgm:cxn modelId="{3FDC13B7-55A2-4E85-AA79-80FAA9508149}" type="presParOf" srcId="{11F0FC21-BA15-4D5D-8940-3D0C38A06867}" destId="{73D5193D-3FD6-485E-812E-3927F978383A}" srcOrd="7" destOrd="0" presId="urn:microsoft.com/office/officeart/2005/8/layout/vList2"/>
    <dgm:cxn modelId="{564BAF75-4799-4F52-A2FC-A672C7BB9A77}" type="presParOf" srcId="{11F0FC21-BA15-4D5D-8940-3D0C38A06867}" destId="{BDAD957C-D185-4EB8-B86D-F01841948D6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E536E-34F2-4F5F-A3C3-F5882F5A67CE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F9A62-0F45-4660-A5D8-47972A58FE9B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54B52-41A2-4655-867C-72121137F6E2}">
      <dsp:nvSpPr>
        <dsp:cNvPr id="0" name=""/>
        <dsp:cNvSpPr/>
      </dsp:nvSpPr>
      <dsp:spPr>
        <a:xfrm>
          <a:off x="1686304" y="623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Best fit for our skill set </a:t>
          </a:r>
          <a:r>
            <a:rPr lang="en-IE" sz="2500" kern="1200" dirty="0">
              <a:sym typeface="Wingdings" panose="05000000000000000000" pitchFamily="2" charset="2"/>
            </a:rPr>
            <a:t></a:t>
          </a:r>
          <a:endParaRPr lang="en-US" sz="2500" kern="1200" dirty="0"/>
        </a:p>
      </dsp:txBody>
      <dsp:txXfrm>
        <a:off x="1686304" y="623"/>
        <a:ext cx="3247387" cy="1460003"/>
      </dsp:txXfrm>
    </dsp:sp>
    <dsp:sp modelId="{14A70BE7-8524-4AA4-B17B-9BA4DD34366A}">
      <dsp:nvSpPr>
        <dsp:cNvPr id="0" name=""/>
        <dsp:cNvSpPr/>
      </dsp:nvSpPr>
      <dsp:spPr>
        <a:xfrm>
          <a:off x="4933691" y="623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Data Analysis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Simulation/Modelling</a:t>
          </a:r>
          <a:endParaRPr lang="en-US" sz="1500" kern="1200"/>
        </a:p>
      </dsp:txBody>
      <dsp:txXfrm>
        <a:off x="4933691" y="623"/>
        <a:ext cx="2282724" cy="1460003"/>
      </dsp:txXfrm>
    </dsp:sp>
    <dsp:sp modelId="{9702E14F-DDC8-4E05-AC15-88FF9DB2335C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E29E1D-C806-4F1F-8D2C-C4AFB69909FF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A9170-409C-4C98-92DE-62AC4E5DCDD5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Potential Asteroid collision in the news this year.</a:t>
          </a:r>
          <a:endParaRPr lang="en-US" sz="2500" kern="1200"/>
        </a:p>
      </dsp:txBody>
      <dsp:txXfrm>
        <a:off x="1686304" y="1825628"/>
        <a:ext cx="5530111" cy="1460003"/>
      </dsp:txXfrm>
    </dsp:sp>
    <dsp:sp modelId="{FAFD992D-D5F5-429A-BEA0-7ACDC998DBD8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97627-94C2-492D-BDDC-B4B7BCD8AB54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88DC0-C131-426C-8779-42E3F76833D9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Interesting, yet not overly complicated first project.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E4AC4-5949-4E5B-9C0F-2B07370A3E54}">
      <dsp:nvSpPr>
        <dsp:cNvPr id="0" name=""/>
        <dsp:cNvSpPr/>
      </dsp:nvSpPr>
      <dsp:spPr>
        <a:xfrm>
          <a:off x="0" y="820096"/>
          <a:ext cx="6479357" cy="599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Github was an important tool for this project.</a:t>
          </a:r>
          <a:endParaRPr lang="en-US" sz="2500" kern="1200"/>
        </a:p>
      </dsp:txBody>
      <dsp:txXfrm>
        <a:off x="29271" y="849367"/>
        <a:ext cx="6420815" cy="541083"/>
      </dsp:txXfrm>
    </dsp:sp>
    <dsp:sp modelId="{97C46FAF-FD05-47B9-B0BB-8C73B608C2D6}">
      <dsp:nvSpPr>
        <dsp:cNvPr id="0" name=""/>
        <dsp:cNvSpPr/>
      </dsp:nvSpPr>
      <dsp:spPr>
        <a:xfrm>
          <a:off x="0" y="1491721"/>
          <a:ext cx="6479357" cy="599625"/>
        </a:xfrm>
        <a:prstGeom prst="roundRect">
          <a:avLst/>
        </a:prstGeom>
        <a:solidFill>
          <a:schemeClr val="accent5">
            <a:hueOff val="2252699"/>
            <a:satOff val="-5635"/>
            <a:lumOff val="-61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Josh and Arnav </a:t>
          </a:r>
          <a:r>
            <a:rPr lang="en-IE" sz="2500" kern="1200">
              <a:sym typeface="Wingdings" panose="05000000000000000000" pitchFamily="2" charset="2"/>
            </a:rPr>
            <a:t></a:t>
          </a:r>
          <a:r>
            <a:rPr lang="en-IE" sz="2500" kern="1200"/>
            <a:t> Modelling and Simulation</a:t>
          </a:r>
          <a:endParaRPr lang="en-US" sz="2500" kern="1200"/>
        </a:p>
      </dsp:txBody>
      <dsp:txXfrm>
        <a:off x="29271" y="1520992"/>
        <a:ext cx="6420815" cy="541083"/>
      </dsp:txXfrm>
    </dsp:sp>
    <dsp:sp modelId="{F5CBE56A-48A6-49BB-B902-EC06E7DE866C}">
      <dsp:nvSpPr>
        <dsp:cNvPr id="0" name=""/>
        <dsp:cNvSpPr/>
      </dsp:nvSpPr>
      <dsp:spPr>
        <a:xfrm>
          <a:off x="0" y="2163346"/>
          <a:ext cx="6479357" cy="599625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Alan and Anav </a:t>
          </a:r>
          <a:r>
            <a:rPr lang="en-IE" sz="2500" kern="1200">
              <a:sym typeface="Wingdings" panose="05000000000000000000" pitchFamily="2" charset="2"/>
            </a:rPr>
            <a:t></a:t>
          </a:r>
          <a:r>
            <a:rPr lang="en-IE" sz="2500" kern="1200"/>
            <a:t> Data Analysis</a:t>
          </a:r>
          <a:endParaRPr lang="en-US" sz="2500" kern="1200"/>
        </a:p>
      </dsp:txBody>
      <dsp:txXfrm>
        <a:off x="29271" y="2192617"/>
        <a:ext cx="6420815" cy="541083"/>
      </dsp:txXfrm>
    </dsp:sp>
    <dsp:sp modelId="{5CC9B987-A6B7-420D-888C-3B0872F6D3B0}">
      <dsp:nvSpPr>
        <dsp:cNvPr id="0" name=""/>
        <dsp:cNvSpPr/>
      </dsp:nvSpPr>
      <dsp:spPr>
        <a:xfrm>
          <a:off x="0" y="2834971"/>
          <a:ext cx="6479357" cy="599625"/>
        </a:xfrm>
        <a:prstGeom prst="roundRect">
          <a:avLst/>
        </a:prstGeom>
        <a:solidFill>
          <a:schemeClr val="accent5">
            <a:hueOff val="6758096"/>
            <a:satOff val="-16904"/>
            <a:lumOff val="-183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Oisín </a:t>
          </a:r>
          <a:r>
            <a:rPr lang="en-IE" sz="2500" kern="1200">
              <a:sym typeface="Wingdings" panose="05000000000000000000" pitchFamily="2" charset="2"/>
            </a:rPr>
            <a:t></a:t>
          </a:r>
          <a:r>
            <a:rPr lang="en-IE" sz="2500" kern="1200"/>
            <a:t> UI design</a:t>
          </a:r>
          <a:endParaRPr lang="en-US" sz="2500" kern="1200"/>
        </a:p>
      </dsp:txBody>
      <dsp:txXfrm>
        <a:off x="29271" y="2864242"/>
        <a:ext cx="6420815" cy="541083"/>
      </dsp:txXfrm>
    </dsp:sp>
    <dsp:sp modelId="{BDAD957C-D185-4EB8-B86D-F01841948D6F}">
      <dsp:nvSpPr>
        <dsp:cNvPr id="0" name=""/>
        <dsp:cNvSpPr/>
      </dsp:nvSpPr>
      <dsp:spPr>
        <a:xfrm>
          <a:off x="0" y="3506596"/>
          <a:ext cx="6479357" cy="599625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Kyle </a:t>
          </a:r>
          <a:r>
            <a:rPr lang="en-IE" sz="2500" kern="1200">
              <a:sym typeface="Wingdings" panose="05000000000000000000" pitchFamily="2" charset="2"/>
            </a:rPr>
            <a:t></a:t>
          </a:r>
          <a:r>
            <a:rPr lang="en-IE" sz="2500" kern="1200"/>
            <a:t> WebApp and project coordinator. </a:t>
          </a:r>
          <a:endParaRPr lang="en-US" sz="2500" kern="1200"/>
        </a:p>
      </dsp:txBody>
      <dsp:txXfrm>
        <a:off x="29271" y="3535867"/>
        <a:ext cx="6420815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4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0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38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0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8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5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5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6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58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28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939F7-CAC7-EE6F-9E21-93D6AD29E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IE" sz="5800" dirty="0"/>
              <a:t>Meteor Madness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1424E-D3BC-FCE9-3EE0-7534EB51E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IE" dirty="0" err="1"/>
              <a:t>camel_case</a:t>
            </a:r>
            <a:endParaRPr lang="en-IE" dirty="0"/>
          </a:p>
        </p:txBody>
      </p:sp>
      <p:pic>
        <p:nvPicPr>
          <p:cNvPr id="4" name="Picture 3" descr="A swirling meteorite">
            <a:extLst>
              <a:ext uri="{FF2B5EF4-FFF2-40B4-BE49-F238E27FC236}">
                <a16:creationId xmlns:a16="http://schemas.microsoft.com/office/drawing/2014/main" id="{33A5A800-B9DD-4074-83C8-90A091BF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17" r="15344" b="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35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C3C79-EB81-236D-6B60-F6AC452D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IE" sz="3600"/>
              <a:t>Why did we pick this challenge?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A9C406A-7743-116E-93FA-E794D725E4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59766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1632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85ECE-87F1-49B9-CB95-19549FC1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IE" dirty="0"/>
              <a:t>Roles and Collaboration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428184-9E65-BF77-3DA7-1AF640723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481977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239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ns and rulers">
            <a:extLst>
              <a:ext uri="{FF2B5EF4-FFF2-40B4-BE49-F238E27FC236}">
                <a16:creationId xmlns:a16="http://schemas.microsoft.com/office/drawing/2014/main" id="{FFC8900E-3B89-18AF-BA4C-D7AF366F60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055" b="8677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0CA58A-12EA-02DB-60AD-1C8FB778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85233"/>
            <a:ext cx="5758628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9941-C62F-669F-5644-FCC2891C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 Analysis and Calculations.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B185-9A51-236B-3EAA-4E88AE75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Alan and Anav were in the trenches for five hours of the project, battling with unfriendly imports and lack of knowledge of orbital mechanics.</a:t>
            </a:r>
          </a:p>
          <a:p>
            <a:r>
              <a:rPr lang="en-IE" dirty="0"/>
              <a:t>However, as things started to take shape, and as insight was gained into how our APIs worked. They were increasingly able </a:t>
            </a:r>
            <a:r>
              <a:rPr lang="en-IE"/>
              <a:t>to assist </a:t>
            </a:r>
            <a:r>
              <a:rPr lang="en-IE" dirty="0"/>
              <a:t>in the integration of their code into our Unity simulation</a:t>
            </a:r>
          </a:p>
        </p:txBody>
      </p:sp>
    </p:spTree>
    <p:extLst>
      <p:ext uri="{BB962C8B-B14F-4D97-AF65-F5344CB8AC3E}">
        <p14:creationId xmlns:p14="http://schemas.microsoft.com/office/powerpoint/2010/main" val="307674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969E-B788-BEC2-E847-CC29B618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Simulation and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4FE3F-27CD-3585-C1D4-EE2062B67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was easily the most complex part of our project, and required all hands on deck.</a:t>
            </a:r>
          </a:p>
          <a:p>
            <a:r>
              <a:rPr lang="en-IE" dirty="0"/>
              <a:t>Arnav and Josh used Unity to simulate Asteroid impacts based on input data from Python.</a:t>
            </a:r>
          </a:p>
        </p:txBody>
      </p:sp>
    </p:spTree>
    <p:extLst>
      <p:ext uri="{BB962C8B-B14F-4D97-AF65-F5344CB8AC3E}">
        <p14:creationId xmlns:p14="http://schemas.microsoft.com/office/powerpoint/2010/main" val="9809027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Grandview Display</vt:lpstr>
      <vt:lpstr>Wingdings</vt:lpstr>
      <vt:lpstr>DashVTI</vt:lpstr>
      <vt:lpstr>Meteor Madness</vt:lpstr>
      <vt:lpstr>Why did we pick this challenge?</vt:lpstr>
      <vt:lpstr>Roles and Collaboration</vt:lpstr>
      <vt:lpstr>Project Overview</vt:lpstr>
      <vt:lpstr>Data Analysis and Calculations.</vt:lpstr>
      <vt:lpstr>Simulation and Modelling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O’Seoighe</dc:creator>
  <cp:lastModifiedBy>Kyle O’Seoighe</cp:lastModifiedBy>
  <cp:revision>3</cp:revision>
  <dcterms:created xsi:type="dcterms:W3CDTF">2025-10-04T15:48:39Z</dcterms:created>
  <dcterms:modified xsi:type="dcterms:W3CDTF">2025-10-04T16:07:02Z</dcterms:modified>
</cp:coreProperties>
</file>